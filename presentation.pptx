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60" r:id="rId7"/>
    <p:sldId id="272" r:id="rId8"/>
    <p:sldId id="262" r:id="rId9"/>
    <p:sldId id="263" r:id="rId10"/>
    <p:sldId id="264" r:id="rId11"/>
    <p:sldId id="265" r:id="rId12"/>
    <p:sldId id="266" r:id="rId13"/>
    <p:sldId id="269" r:id="rId14"/>
    <p:sldId id="270" r:id="rId15"/>
    <p:sldId id="273" r:id="rId16"/>
    <p:sldId id="267" r:id="rId17"/>
    <p:sldId id="268" r:id="rId18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Inter" panose="020B0604020202020204" charset="0"/>
      <p:regular r:id="rId23"/>
    </p:embeddedFont>
    <p:embeddedFont>
      <p:font typeface="Intro" panose="02000000000000000000" charset="0"/>
      <p:regular r:id="rId24"/>
    </p:embeddedFont>
    <p:embeddedFont>
      <p:font typeface="Now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7F6"/>
    <a:srgbClr val="925260"/>
    <a:srgbClr val="6EA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Светлый стиль 1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22" autoAdjust="0"/>
  </p:normalViewPr>
  <p:slideViewPr>
    <p:cSldViewPr>
      <p:cViewPr>
        <p:scale>
          <a:sx n="50" d="100"/>
          <a:sy n="50" d="100"/>
        </p:scale>
        <p:origin x="324" y="-3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ga Utnasonova" userId="489e3d3ac0e1b055" providerId="LiveId" clId="{6C735A59-AB1F-4803-8801-A1BFFDE9D75D}"/>
    <pc:docChg chg="undo custSel addSld modSld sldOrd">
      <pc:chgData name="Olga Utnasonova" userId="489e3d3ac0e1b055" providerId="LiveId" clId="{6C735A59-AB1F-4803-8801-A1BFFDE9D75D}" dt="2023-12-20T20:35:57.076" v="681" actId="20577"/>
      <pc:docMkLst>
        <pc:docMk/>
      </pc:docMkLst>
      <pc:sldChg chg="addSp delSp modSp mod">
        <pc:chgData name="Olga Utnasonova" userId="489e3d3ac0e1b055" providerId="LiveId" clId="{6C735A59-AB1F-4803-8801-A1BFFDE9D75D}" dt="2023-12-20T20:20:26.846" v="635" actId="1076"/>
        <pc:sldMkLst>
          <pc:docMk/>
          <pc:sldMk cId="0" sldId="259"/>
        </pc:sldMkLst>
        <pc:spChg chg="del">
          <ac:chgData name="Olga Utnasonova" userId="489e3d3ac0e1b055" providerId="LiveId" clId="{6C735A59-AB1F-4803-8801-A1BFFDE9D75D}" dt="2023-12-20T20:20:20.026" v="631" actId="478"/>
          <ac:spMkLst>
            <pc:docMk/>
            <pc:sldMk cId="0" sldId="259"/>
            <ac:spMk id="7" creationId="{00000000-0000-0000-0000-000000000000}"/>
          </ac:spMkLst>
        </pc:spChg>
        <pc:picChg chg="add mod">
          <ac:chgData name="Olga Utnasonova" userId="489e3d3ac0e1b055" providerId="LiveId" clId="{6C735A59-AB1F-4803-8801-A1BFFDE9D75D}" dt="2023-12-20T20:20:26.846" v="635" actId="1076"/>
          <ac:picMkLst>
            <pc:docMk/>
            <pc:sldMk cId="0" sldId="259"/>
            <ac:picMk id="24" creationId="{1438D44C-941D-76DE-44A6-2EFF3BAC48F5}"/>
          </ac:picMkLst>
        </pc:picChg>
      </pc:sldChg>
      <pc:sldChg chg="delSp modSp mod">
        <pc:chgData name="Olga Utnasonova" userId="489e3d3ac0e1b055" providerId="LiveId" clId="{6C735A59-AB1F-4803-8801-A1BFFDE9D75D}" dt="2023-12-20T18:09:45.099" v="273"/>
        <pc:sldMkLst>
          <pc:docMk/>
          <pc:sldMk cId="0" sldId="260"/>
        </pc:sldMkLst>
        <pc:spChg chg="ord">
          <ac:chgData name="Olga Utnasonova" userId="489e3d3ac0e1b055" providerId="LiveId" clId="{6C735A59-AB1F-4803-8801-A1BFFDE9D75D}" dt="2023-12-20T18:05:55.808" v="229" actId="166"/>
          <ac:spMkLst>
            <pc:docMk/>
            <pc:sldMk cId="0" sldId="260"/>
            <ac:spMk id="2" creationId="{00000000-0000-0000-0000-000000000000}"/>
          </ac:spMkLst>
        </pc:spChg>
        <pc:spChg chg="del">
          <ac:chgData name="Olga Utnasonova" userId="489e3d3ac0e1b055" providerId="LiveId" clId="{6C735A59-AB1F-4803-8801-A1BFFDE9D75D}" dt="2023-12-20T17:57:44.172" v="188" actId="478"/>
          <ac:spMkLst>
            <pc:docMk/>
            <pc:sldMk cId="0" sldId="260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5:37.593" v="225" actId="122"/>
          <ac:spMkLst>
            <pc:docMk/>
            <pc:sldMk cId="0" sldId="260"/>
            <ac:spMk id="10" creationId="{00000000-0000-0000-0000-000000000000}"/>
          </ac:spMkLst>
        </pc:spChg>
        <pc:grpChg chg="mod">
          <ac:chgData name="Olga Utnasonova" userId="489e3d3ac0e1b055" providerId="LiveId" clId="{6C735A59-AB1F-4803-8801-A1BFFDE9D75D}" dt="2023-12-20T18:06:10.806" v="231" actId="14100"/>
          <ac:grpSpMkLst>
            <pc:docMk/>
            <pc:sldMk cId="0" sldId="260"/>
            <ac:grpSpMk id="4" creationId="{00000000-0000-0000-0000-000000000000}"/>
          </ac:grpSpMkLst>
        </pc:grpChg>
        <pc:graphicFrameChg chg="mod">
          <ac:chgData name="Olga Utnasonova" userId="489e3d3ac0e1b055" providerId="LiveId" clId="{6C735A59-AB1F-4803-8801-A1BFFDE9D75D}" dt="2023-12-20T18:09:45.099" v="273"/>
          <ac:graphicFrameMkLst>
            <pc:docMk/>
            <pc:sldMk cId="0" sldId="260"/>
            <ac:graphicFrameMk id="7" creationId="{00000000-0000-0000-0000-000000000000}"/>
          </ac:graphicFrameMkLst>
        </pc:graphicFrameChg>
      </pc:sldChg>
      <pc:sldChg chg="addSp delSp modSp mod">
        <pc:chgData name="Olga Utnasonova" userId="489e3d3ac0e1b055" providerId="LiveId" clId="{6C735A59-AB1F-4803-8801-A1BFFDE9D75D}" dt="2023-12-20T20:17:14.200" v="608" actId="20577"/>
        <pc:sldMkLst>
          <pc:docMk/>
          <pc:sldMk cId="0" sldId="262"/>
        </pc:sldMkLst>
        <pc:spChg chg="del">
          <ac:chgData name="Olga Utnasonova" userId="489e3d3ac0e1b055" providerId="LiveId" clId="{6C735A59-AB1F-4803-8801-A1BFFDE9D75D}" dt="2023-12-20T19:48:22.595" v="432" actId="478"/>
          <ac:spMkLst>
            <pc:docMk/>
            <pc:sldMk cId="0" sldId="262"/>
            <ac:spMk id="7" creationId="{00000000-0000-0000-0000-000000000000}"/>
          </ac:spMkLst>
        </pc:spChg>
        <pc:spChg chg="del mod">
          <ac:chgData name="Olga Utnasonova" userId="489e3d3ac0e1b055" providerId="LiveId" clId="{6C735A59-AB1F-4803-8801-A1BFFDE9D75D}" dt="2023-12-20T17:57:58.162" v="191" actId="478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5:27.054" v="223" actId="11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7:14.200" v="608" actId="20577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0:56.741" v="522" actId="1038"/>
          <ac:spMkLst>
            <pc:docMk/>
            <pc:sldMk cId="0" sldId="262"/>
            <ac:spMk id="12" creationId="{E7545AFD-9B3C-40C9-989A-A744A56639ED}"/>
          </ac:spMkLst>
        </pc:spChg>
        <pc:grpChg chg="mod">
          <ac:chgData name="Olga Utnasonova" userId="489e3d3ac0e1b055" providerId="LiveId" clId="{6C735A59-AB1F-4803-8801-A1BFFDE9D75D}" dt="2023-12-20T20:10:34.696" v="509" actId="1037"/>
          <ac:grpSpMkLst>
            <pc:docMk/>
            <pc:sldMk cId="0" sldId="262"/>
            <ac:grpSpMk id="4" creationId="{00000000-0000-0000-0000-000000000000}"/>
          </ac:grpSpMkLst>
        </pc:grpChg>
        <pc:picChg chg="add mod">
          <ac:chgData name="Olga Utnasonova" userId="489e3d3ac0e1b055" providerId="LiveId" clId="{6C735A59-AB1F-4803-8801-A1BFFDE9D75D}" dt="2023-12-20T20:10:34.696" v="509" actId="1037"/>
          <ac:picMkLst>
            <pc:docMk/>
            <pc:sldMk cId="0" sldId="262"/>
            <ac:picMk id="14" creationId="{49C95990-712D-DF5B-35D7-4A70D831B86C}"/>
          </ac:picMkLst>
        </pc:picChg>
      </pc:sldChg>
      <pc:sldChg chg="addSp delSp modSp mod">
        <pc:chgData name="Olga Utnasonova" userId="489e3d3ac0e1b055" providerId="LiveId" clId="{6C735A59-AB1F-4803-8801-A1BFFDE9D75D}" dt="2023-12-20T20:16:36.572" v="603" actId="20577"/>
        <pc:sldMkLst>
          <pc:docMk/>
          <pc:sldMk cId="0" sldId="263"/>
        </pc:sldMkLst>
        <pc:spChg chg="del mod">
          <ac:chgData name="Olga Utnasonova" userId="489e3d3ac0e1b055" providerId="LiveId" clId="{6C735A59-AB1F-4803-8801-A1BFFDE9D75D}" dt="2023-12-20T19:52:28.628" v="444" actId="478"/>
          <ac:spMkLst>
            <pc:docMk/>
            <pc:sldMk cId="0" sldId="263"/>
            <ac:spMk id="7" creationId="{00000000-0000-0000-0000-000000000000}"/>
          </ac:spMkLst>
        </pc:spChg>
        <pc:spChg chg="del">
          <ac:chgData name="Olga Utnasonova" userId="489e3d3ac0e1b055" providerId="LiveId" clId="{6C735A59-AB1F-4803-8801-A1BFFDE9D75D}" dt="2023-12-20T17:58:02.711" v="192" actId="478"/>
          <ac:spMkLst>
            <pc:docMk/>
            <pc:sldMk cId="0" sldId="263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5:20.877" v="222" actId="122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6:36.572" v="603" actId="2057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1:58.275" v="552" actId="20577"/>
          <ac:spMkLst>
            <pc:docMk/>
            <pc:sldMk cId="0" sldId="263"/>
            <ac:spMk id="12" creationId="{BD26C2D5-22E9-41C1-9B9C-9CA90C92C703}"/>
          </ac:spMkLst>
        </pc:spChg>
        <pc:grpChg chg="mod">
          <ac:chgData name="Olga Utnasonova" userId="489e3d3ac0e1b055" providerId="LiveId" clId="{6C735A59-AB1F-4803-8801-A1BFFDE9D75D}" dt="2023-12-20T20:12:08.611" v="556" actId="1038"/>
          <ac:grpSpMkLst>
            <pc:docMk/>
            <pc:sldMk cId="0" sldId="263"/>
            <ac:grpSpMk id="4" creationId="{00000000-0000-0000-0000-000000000000}"/>
          </ac:grpSpMkLst>
        </pc:grpChg>
        <pc:picChg chg="add mod">
          <ac:chgData name="Olga Utnasonova" userId="489e3d3ac0e1b055" providerId="LiveId" clId="{6C735A59-AB1F-4803-8801-A1BFFDE9D75D}" dt="2023-12-20T19:52:59.130" v="449" actId="1076"/>
          <ac:picMkLst>
            <pc:docMk/>
            <pc:sldMk cId="0" sldId="263"/>
            <ac:picMk id="14" creationId="{A0A0D313-192C-3B75-828C-79FB5E62CB93}"/>
          </ac:picMkLst>
        </pc:picChg>
      </pc:sldChg>
      <pc:sldChg chg="addSp delSp modSp mod">
        <pc:chgData name="Olga Utnasonova" userId="489e3d3ac0e1b055" providerId="LiveId" clId="{6C735A59-AB1F-4803-8801-A1BFFDE9D75D}" dt="2023-12-20T20:16:13.908" v="600" actId="20577"/>
        <pc:sldMkLst>
          <pc:docMk/>
          <pc:sldMk cId="0" sldId="264"/>
        </pc:sldMkLst>
        <pc:spChg chg="del mod">
          <ac:chgData name="Olga Utnasonova" userId="489e3d3ac0e1b055" providerId="LiveId" clId="{6C735A59-AB1F-4803-8801-A1BFFDE9D75D}" dt="2023-12-20T19:53:29.049" v="455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Olga Utnasonova" userId="489e3d3ac0e1b055" providerId="LiveId" clId="{6C735A59-AB1F-4803-8801-A1BFFDE9D75D}" dt="2023-12-20T17:58:07.702" v="193" actId="478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7:02.566" v="244" actId="113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6:13.908" v="600" actId="2057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3:37.247" v="585" actId="1076"/>
          <ac:spMkLst>
            <pc:docMk/>
            <pc:sldMk cId="0" sldId="264"/>
            <ac:spMk id="12" creationId="{9F43B054-7091-4AD9-B94D-CD19E159CB92}"/>
          </ac:spMkLst>
        </pc:spChg>
        <pc:spChg chg="add del">
          <ac:chgData name="Olga Utnasonova" userId="489e3d3ac0e1b055" providerId="LiveId" clId="{6C735A59-AB1F-4803-8801-A1BFFDE9D75D}" dt="2023-12-20T19:53:43.397" v="457" actId="22"/>
          <ac:spMkLst>
            <pc:docMk/>
            <pc:sldMk cId="0" sldId="264"/>
            <ac:spMk id="14" creationId="{6B189684-DC10-DCA9-A7BC-5C242B40BD35}"/>
          </ac:spMkLst>
        </pc:spChg>
        <pc:grpChg chg="mod">
          <ac:chgData name="Olga Utnasonova" userId="489e3d3ac0e1b055" providerId="LiveId" clId="{6C735A59-AB1F-4803-8801-A1BFFDE9D75D}" dt="2023-12-20T18:06:46.537" v="238" actId="1076"/>
          <ac:grpSpMkLst>
            <pc:docMk/>
            <pc:sldMk cId="0" sldId="264"/>
            <ac:grpSpMk id="4" creationId="{00000000-0000-0000-0000-000000000000}"/>
          </ac:grpSpMkLst>
        </pc:grpChg>
        <pc:picChg chg="add mod">
          <ac:chgData name="Olga Utnasonova" userId="489e3d3ac0e1b055" providerId="LiveId" clId="{6C735A59-AB1F-4803-8801-A1BFFDE9D75D}" dt="2023-12-20T19:53:52.492" v="460" actId="1076"/>
          <ac:picMkLst>
            <pc:docMk/>
            <pc:sldMk cId="0" sldId="264"/>
            <ac:picMk id="16" creationId="{A7D6CA44-2289-58E3-4698-32FD122745A2}"/>
          </ac:picMkLst>
        </pc:picChg>
      </pc:sldChg>
      <pc:sldChg chg="addSp delSp modSp mod">
        <pc:chgData name="Olga Utnasonova" userId="489e3d3ac0e1b055" providerId="LiveId" clId="{6C735A59-AB1F-4803-8801-A1BFFDE9D75D}" dt="2023-12-20T19:47:05.484" v="427" actId="1076"/>
        <pc:sldMkLst>
          <pc:docMk/>
          <pc:sldMk cId="0" sldId="265"/>
        </pc:sldMkLst>
        <pc:spChg chg="del">
          <ac:chgData name="Olga Utnasonova" userId="489e3d3ac0e1b055" providerId="LiveId" clId="{6C735A59-AB1F-4803-8801-A1BFFDE9D75D}" dt="2023-12-20T19:46:39.857" v="416" actId="478"/>
          <ac:spMkLst>
            <pc:docMk/>
            <pc:sldMk cId="0" sldId="265"/>
            <ac:spMk id="7" creationId="{00000000-0000-0000-0000-000000000000}"/>
          </ac:spMkLst>
        </pc:spChg>
        <pc:spChg chg="del">
          <ac:chgData name="Olga Utnasonova" userId="489e3d3ac0e1b055" providerId="LiveId" clId="{6C735A59-AB1F-4803-8801-A1BFFDE9D75D}" dt="2023-12-20T17:58:12.478" v="194" actId="478"/>
          <ac:spMkLst>
            <pc:docMk/>
            <pc:sldMk cId="0" sldId="265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8:23.547" v="253" actId="113"/>
          <ac:spMkLst>
            <pc:docMk/>
            <pc:sldMk cId="0" sldId="265"/>
            <ac:spMk id="10" creationId="{00000000-0000-0000-0000-000000000000}"/>
          </ac:spMkLst>
        </pc:spChg>
        <pc:spChg chg="add del mod">
          <ac:chgData name="Olga Utnasonova" userId="489e3d3ac0e1b055" providerId="LiveId" clId="{6C735A59-AB1F-4803-8801-A1BFFDE9D75D}" dt="2023-12-20T19:46:45.429" v="420"/>
          <ac:spMkLst>
            <pc:docMk/>
            <pc:sldMk cId="0" sldId="265"/>
            <ac:spMk id="12" creationId="{478F2DF9-063B-C98E-8FAB-F42C626CDFA4}"/>
          </ac:spMkLst>
        </pc:spChg>
        <pc:grpChg chg="del mod">
          <ac:chgData name="Olga Utnasonova" userId="489e3d3ac0e1b055" providerId="LiveId" clId="{6C735A59-AB1F-4803-8801-A1BFFDE9D75D}" dt="2023-12-20T18:08:12.058" v="249" actId="478"/>
          <ac:grpSpMkLst>
            <pc:docMk/>
            <pc:sldMk cId="0" sldId="265"/>
            <ac:grpSpMk id="4" creationId="{00000000-0000-0000-0000-000000000000}"/>
          </ac:grpSpMkLst>
        </pc:grpChg>
        <pc:picChg chg="add del">
          <ac:chgData name="Olga Utnasonova" userId="489e3d3ac0e1b055" providerId="LiveId" clId="{6C735A59-AB1F-4803-8801-A1BFFDE9D75D}" dt="2023-12-20T19:46:48.511" v="422"/>
          <ac:picMkLst>
            <pc:docMk/>
            <pc:sldMk cId="0" sldId="265"/>
            <ac:picMk id="13" creationId="{47D0AE15-917A-D8B8-D18C-CCFF40650706}"/>
          </ac:picMkLst>
        </pc:picChg>
        <pc:picChg chg="add mod">
          <ac:chgData name="Olga Utnasonova" userId="489e3d3ac0e1b055" providerId="LiveId" clId="{6C735A59-AB1F-4803-8801-A1BFFDE9D75D}" dt="2023-12-20T19:47:05.484" v="427" actId="1076"/>
          <ac:picMkLst>
            <pc:docMk/>
            <pc:sldMk cId="0" sldId="265"/>
            <ac:picMk id="15" creationId="{24C13CCA-055E-D59F-4D80-311CDBFABE0D}"/>
          </ac:picMkLst>
        </pc:picChg>
      </pc:sldChg>
      <pc:sldChg chg="delSp modSp mod">
        <pc:chgData name="Olga Utnasonova" userId="489e3d3ac0e1b055" providerId="LiveId" clId="{6C735A59-AB1F-4803-8801-A1BFFDE9D75D}" dt="2023-12-20T18:09:11.165" v="269" actId="113"/>
        <pc:sldMkLst>
          <pc:docMk/>
          <pc:sldMk cId="0" sldId="266"/>
        </pc:sldMkLst>
        <pc:spChg chg="ord">
          <ac:chgData name="Olga Utnasonova" userId="489e3d3ac0e1b055" providerId="LiveId" clId="{6C735A59-AB1F-4803-8801-A1BFFDE9D75D}" dt="2023-12-20T18:08:47.859" v="262" actId="166"/>
          <ac:spMkLst>
            <pc:docMk/>
            <pc:sldMk cId="0" sldId="266"/>
            <ac:spMk id="2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9:07.132" v="268" actId="1076"/>
          <ac:spMkLst>
            <pc:docMk/>
            <pc:sldMk cId="0" sldId="266"/>
            <ac:spMk id="7" creationId="{00000000-0000-0000-0000-000000000000}"/>
          </ac:spMkLst>
        </pc:spChg>
        <pc:spChg chg="del mod">
          <ac:chgData name="Olga Utnasonova" userId="489e3d3ac0e1b055" providerId="LiveId" clId="{6C735A59-AB1F-4803-8801-A1BFFDE9D75D}" dt="2023-12-20T18:08:48.381" v="264"/>
          <ac:spMkLst>
            <pc:docMk/>
            <pc:sldMk cId="0" sldId="266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9:11.165" v="269" actId="113"/>
          <ac:spMkLst>
            <pc:docMk/>
            <pc:sldMk cId="0" sldId="266"/>
            <ac:spMk id="10" creationId="{00000000-0000-0000-0000-000000000000}"/>
          </ac:spMkLst>
        </pc:spChg>
        <pc:grpChg chg="mod">
          <ac:chgData name="Olga Utnasonova" userId="489e3d3ac0e1b055" providerId="LiveId" clId="{6C735A59-AB1F-4803-8801-A1BFFDE9D75D}" dt="2023-12-20T18:08:44.412" v="261" actId="1076"/>
          <ac:grpSpMkLst>
            <pc:docMk/>
            <pc:sldMk cId="0" sldId="266"/>
            <ac:grpSpMk id="4" creationId="{00000000-0000-0000-0000-000000000000}"/>
          </ac:grpSpMkLst>
        </pc:grpChg>
      </pc:sldChg>
      <pc:sldChg chg="modSp mod">
        <pc:chgData name="Olga Utnasonova" userId="489e3d3ac0e1b055" providerId="LiveId" clId="{6C735A59-AB1F-4803-8801-A1BFFDE9D75D}" dt="2023-12-20T20:19:22.911" v="628" actId="20577"/>
        <pc:sldMkLst>
          <pc:docMk/>
          <pc:sldMk cId="0" sldId="267"/>
        </pc:sldMkLst>
        <pc:spChg chg="mod">
          <ac:chgData name="Olga Utnasonova" userId="489e3d3ac0e1b055" providerId="LiveId" clId="{6C735A59-AB1F-4803-8801-A1BFFDE9D75D}" dt="2023-12-20T20:19:22.911" v="628" actId="20577"/>
          <ac:spMkLst>
            <pc:docMk/>
            <pc:sldMk cId="0" sldId="267"/>
            <ac:spMk id="8" creationId="{00000000-0000-0000-0000-000000000000}"/>
          </ac:spMkLst>
        </pc:spChg>
      </pc:sldChg>
      <pc:sldChg chg="modSp mod">
        <pc:chgData name="Olga Utnasonova" userId="489e3d3ac0e1b055" providerId="LiveId" clId="{6C735A59-AB1F-4803-8801-A1BFFDE9D75D}" dt="2023-12-20T20:19:28.507" v="630" actId="20577"/>
        <pc:sldMkLst>
          <pc:docMk/>
          <pc:sldMk cId="0" sldId="268"/>
        </pc:sldMkLst>
        <pc:spChg chg="mod">
          <ac:chgData name="Olga Utnasonova" userId="489e3d3ac0e1b055" providerId="LiveId" clId="{6C735A59-AB1F-4803-8801-A1BFFDE9D75D}" dt="2023-12-20T20:15:50.979" v="595" actId="1037"/>
          <ac:spMkLst>
            <pc:docMk/>
            <pc:sldMk cId="0" sldId="268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9:28.507" v="630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5:41.117" v="587" actId="107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5:50.979" v="595" actId="1037"/>
          <ac:spMkLst>
            <pc:docMk/>
            <pc:sldMk cId="0" sldId="268"/>
            <ac:spMk id="17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5:50.979" v="595" actId="1037"/>
          <ac:spMkLst>
            <pc:docMk/>
            <pc:sldMk cId="0" sldId="268"/>
            <ac:spMk id="20" creationId="{00000000-0000-0000-0000-000000000000}"/>
          </ac:spMkLst>
        </pc:spChg>
      </pc:sldChg>
      <pc:sldChg chg="addSp delSp modSp mod">
        <pc:chgData name="Olga Utnasonova" userId="489e3d3ac0e1b055" providerId="LiveId" clId="{6C735A59-AB1F-4803-8801-A1BFFDE9D75D}" dt="2023-12-20T20:35:57.076" v="681" actId="20577"/>
        <pc:sldMkLst>
          <pc:docMk/>
          <pc:sldMk cId="330745367" sldId="269"/>
        </pc:sldMkLst>
        <pc:spChg chg="del mod">
          <ac:chgData name="Olga Utnasonova" userId="489e3d3ac0e1b055" providerId="LiveId" clId="{6C735A59-AB1F-4803-8801-A1BFFDE9D75D}" dt="2023-12-20T19:57:46.646" v="471" actId="478"/>
          <ac:spMkLst>
            <pc:docMk/>
            <pc:sldMk cId="330745367" sldId="269"/>
            <ac:spMk id="9" creationId="{66F82587-ADF1-4AD2-B4B5-19A67D41680E}"/>
          </ac:spMkLst>
        </pc:spChg>
        <pc:spChg chg="add mod">
          <ac:chgData name="Olga Utnasonova" userId="489e3d3ac0e1b055" providerId="LiveId" clId="{6C735A59-AB1F-4803-8801-A1BFFDE9D75D}" dt="2023-12-20T19:57:46.852" v="472"/>
          <ac:spMkLst>
            <pc:docMk/>
            <pc:sldMk cId="330745367" sldId="269"/>
            <ac:spMk id="10" creationId="{5B2BB170-7302-785D-1691-53ECC861DEC5}"/>
          </ac:spMkLst>
        </pc:spChg>
        <pc:spChg chg="del">
          <ac:chgData name="Olga Utnasonova" userId="489e3d3ac0e1b055" providerId="LiveId" clId="{6C735A59-AB1F-4803-8801-A1BFFDE9D75D}" dt="2023-12-20T18:10:45.624" v="288" actId="478"/>
          <ac:spMkLst>
            <pc:docMk/>
            <pc:sldMk cId="330745367" sldId="269"/>
            <ac:spMk id="14" creationId="{D813776B-5B0A-49C8-AEF8-AE2978F9BF91}"/>
          </ac:spMkLst>
        </pc:spChg>
        <pc:grpChg chg="del mod">
          <ac:chgData name="Olga Utnasonova" userId="489e3d3ac0e1b055" providerId="LiveId" clId="{6C735A59-AB1F-4803-8801-A1BFFDE9D75D}" dt="2023-12-20T18:10:42.278" v="287" actId="478"/>
          <ac:grpSpMkLst>
            <pc:docMk/>
            <pc:sldMk cId="330745367" sldId="269"/>
            <ac:grpSpMk id="4" creationId="{7BBA7F61-3E0C-4607-A586-0AD24B5C15DA}"/>
          </ac:grpSpMkLst>
        </pc:grpChg>
        <pc:graphicFrameChg chg="mod modGraphic">
          <ac:chgData name="Olga Utnasonova" userId="489e3d3ac0e1b055" providerId="LiveId" clId="{6C735A59-AB1F-4803-8801-A1BFFDE9D75D}" dt="2023-12-20T20:35:57.076" v="681" actId="20577"/>
          <ac:graphicFrameMkLst>
            <pc:docMk/>
            <pc:sldMk cId="330745367" sldId="269"/>
            <ac:graphicFrameMk id="7" creationId="{9204B314-1DE4-457F-94F0-FE87FA51ADFA}"/>
          </ac:graphicFrameMkLst>
        </pc:graphicFrameChg>
        <pc:picChg chg="add mod">
          <ac:chgData name="Olga Utnasonova" userId="489e3d3ac0e1b055" providerId="LiveId" clId="{6C735A59-AB1F-4803-8801-A1BFFDE9D75D}" dt="2023-12-20T20:34:18.482" v="655" actId="1076"/>
          <ac:picMkLst>
            <pc:docMk/>
            <pc:sldMk cId="330745367" sldId="269"/>
            <ac:picMk id="11" creationId="{DB1B9DF5-BAEB-E5C4-ABE7-EFB63792C739}"/>
          </ac:picMkLst>
        </pc:picChg>
        <pc:picChg chg="add mod">
          <ac:chgData name="Olga Utnasonova" userId="489e3d3ac0e1b055" providerId="LiveId" clId="{6C735A59-AB1F-4803-8801-A1BFFDE9D75D}" dt="2023-12-20T20:34:16.946" v="654" actId="1076"/>
          <ac:picMkLst>
            <pc:docMk/>
            <pc:sldMk cId="330745367" sldId="269"/>
            <ac:picMk id="12" creationId="{B6C04139-DD3F-6777-88C3-635E451FEAC8}"/>
          </ac:picMkLst>
        </pc:picChg>
        <pc:picChg chg="add mod">
          <ac:chgData name="Olga Utnasonova" userId="489e3d3ac0e1b055" providerId="LiveId" clId="{6C735A59-AB1F-4803-8801-A1BFFDE9D75D}" dt="2023-12-20T20:34:06.250" v="651" actId="1076"/>
          <ac:picMkLst>
            <pc:docMk/>
            <pc:sldMk cId="330745367" sldId="269"/>
            <ac:picMk id="13" creationId="{FCA8BF07-193D-B0DE-E7C3-FB0D6EBDD188}"/>
          </ac:picMkLst>
        </pc:picChg>
        <pc:picChg chg="add mod">
          <ac:chgData name="Olga Utnasonova" userId="489e3d3ac0e1b055" providerId="LiveId" clId="{6C735A59-AB1F-4803-8801-A1BFFDE9D75D}" dt="2023-12-20T20:34:05.042" v="650" actId="1076"/>
          <ac:picMkLst>
            <pc:docMk/>
            <pc:sldMk cId="330745367" sldId="269"/>
            <ac:picMk id="15" creationId="{47378672-9A73-DD9F-5623-C87976B72AC2}"/>
          </ac:picMkLst>
        </pc:picChg>
        <pc:picChg chg="del mod">
          <ac:chgData name="Olga Utnasonova" userId="489e3d3ac0e1b055" providerId="LiveId" clId="{6C735A59-AB1F-4803-8801-A1BFFDE9D75D}" dt="2023-12-20T20:33:45.273" v="640" actId="478"/>
          <ac:picMkLst>
            <pc:docMk/>
            <pc:sldMk cId="330745367" sldId="269"/>
            <ac:picMk id="16" creationId="{4D3ECCB2-D9AB-4F43-B2D7-BB69DC305DCF}"/>
          </ac:picMkLst>
        </pc:picChg>
        <pc:picChg chg="del mod">
          <ac:chgData name="Olga Utnasonova" userId="489e3d3ac0e1b055" providerId="LiveId" clId="{6C735A59-AB1F-4803-8801-A1BFFDE9D75D}" dt="2023-12-20T20:33:50.950" v="642" actId="478"/>
          <ac:picMkLst>
            <pc:docMk/>
            <pc:sldMk cId="330745367" sldId="269"/>
            <ac:picMk id="17" creationId="{59DE39D1-DE91-4AF7-BC6C-E7FAF52A616B}"/>
          </ac:picMkLst>
        </pc:picChg>
        <pc:picChg chg="del mod">
          <ac:chgData name="Olga Utnasonova" userId="489e3d3ac0e1b055" providerId="LiveId" clId="{6C735A59-AB1F-4803-8801-A1BFFDE9D75D}" dt="2023-12-20T20:33:49.012" v="641" actId="478"/>
          <ac:picMkLst>
            <pc:docMk/>
            <pc:sldMk cId="330745367" sldId="269"/>
            <ac:picMk id="18" creationId="{28AA104B-8EAB-46D1-B747-C390BDA5F04C}"/>
          </ac:picMkLst>
        </pc:picChg>
        <pc:picChg chg="del mod">
          <ac:chgData name="Olga Utnasonova" userId="489e3d3ac0e1b055" providerId="LiveId" clId="{6C735A59-AB1F-4803-8801-A1BFFDE9D75D}" dt="2023-12-20T20:33:49.012" v="641" actId="478"/>
          <ac:picMkLst>
            <pc:docMk/>
            <pc:sldMk cId="330745367" sldId="269"/>
            <ac:picMk id="19" creationId="{9ED6B414-BBBE-4341-B006-0574B9D65F29}"/>
          </ac:picMkLst>
        </pc:picChg>
        <pc:picChg chg="del mod">
          <ac:chgData name="Olga Utnasonova" userId="489e3d3ac0e1b055" providerId="LiveId" clId="{6C735A59-AB1F-4803-8801-A1BFFDE9D75D}" dt="2023-12-20T20:33:49.012" v="641" actId="478"/>
          <ac:picMkLst>
            <pc:docMk/>
            <pc:sldMk cId="330745367" sldId="269"/>
            <ac:picMk id="20" creationId="{7AB0481F-2A73-4282-B377-579219749D76}"/>
          </ac:picMkLst>
        </pc:picChg>
        <pc:picChg chg="add mod">
          <ac:chgData name="Olga Utnasonova" userId="489e3d3ac0e1b055" providerId="LiveId" clId="{6C735A59-AB1F-4803-8801-A1BFFDE9D75D}" dt="2023-12-20T20:34:13.872" v="653" actId="1076"/>
          <ac:picMkLst>
            <pc:docMk/>
            <pc:sldMk cId="330745367" sldId="269"/>
            <ac:picMk id="21" creationId="{59EE2D30-2F06-7397-DA4A-086EF147CE15}"/>
          </ac:picMkLst>
        </pc:picChg>
      </pc:sldChg>
      <pc:sldChg chg="addSp delSp modSp mod">
        <pc:chgData name="Olga Utnasonova" userId="489e3d3ac0e1b055" providerId="LiveId" clId="{6C735A59-AB1F-4803-8801-A1BFFDE9D75D}" dt="2023-12-20T20:35:44.812" v="678" actId="20577"/>
        <pc:sldMkLst>
          <pc:docMk/>
          <pc:sldMk cId="3958995295" sldId="270"/>
        </pc:sldMkLst>
        <pc:spChg chg="del">
          <ac:chgData name="Olga Utnasonova" userId="489e3d3ac0e1b055" providerId="LiveId" clId="{6C735A59-AB1F-4803-8801-A1BFFDE9D75D}" dt="2023-12-20T18:14:23.645" v="354" actId="478"/>
          <ac:spMkLst>
            <pc:docMk/>
            <pc:sldMk cId="3958995295" sldId="270"/>
            <ac:spMk id="9" creationId="{66F82587-ADF1-4AD2-B4B5-19A67D41680E}"/>
          </ac:spMkLst>
        </pc:spChg>
        <pc:spChg chg="del mod">
          <ac:chgData name="Olga Utnasonova" userId="489e3d3ac0e1b055" providerId="LiveId" clId="{6C735A59-AB1F-4803-8801-A1BFFDE9D75D}" dt="2023-12-20T18:14:15.970" v="353"/>
          <ac:spMkLst>
            <pc:docMk/>
            <pc:sldMk cId="3958995295" sldId="270"/>
            <ac:spMk id="14" creationId="{D813776B-5B0A-49C8-AEF8-AE2978F9BF91}"/>
          </ac:spMkLst>
        </pc:spChg>
        <pc:spChg chg="add mod">
          <ac:chgData name="Olga Utnasonova" userId="489e3d3ac0e1b055" providerId="LiveId" clId="{6C735A59-AB1F-4803-8801-A1BFFDE9D75D}" dt="2023-12-20T19:57:36.851" v="470" actId="403"/>
          <ac:spMkLst>
            <pc:docMk/>
            <pc:sldMk cId="3958995295" sldId="270"/>
            <ac:spMk id="16" creationId="{A3E61B21-DFD7-143B-0F42-8867159EBDDB}"/>
          </ac:spMkLst>
        </pc:spChg>
        <pc:grpChg chg="del">
          <ac:chgData name="Olga Utnasonova" userId="489e3d3ac0e1b055" providerId="LiveId" clId="{6C735A59-AB1F-4803-8801-A1BFFDE9D75D}" dt="2023-12-20T18:14:09.819" v="348" actId="478"/>
          <ac:grpSpMkLst>
            <pc:docMk/>
            <pc:sldMk cId="3958995295" sldId="270"/>
            <ac:grpSpMk id="4" creationId="{7BBA7F61-3E0C-4607-A586-0AD24B5C15DA}"/>
          </ac:grpSpMkLst>
        </pc:grpChg>
        <pc:grpChg chg="del mod">
          <ac:chgData name="Olga Utnasonova" userId="489e3d3ac0e1b055" providerId="LiveId" clId="{6C735A59-AB1F-4803-8801-A1BFFDE9D75D}" dt="2023-12-20T20:34:48.435" v="659" actId="478"/>
          <ac:grpSpMkLst>
            <pc:docMk/>
            <pc:sldMk cId="3958995295" sldId="270"/>
            <ac:grpSpMk id="21" creationId="{2915F188-BBC3-40F8-91E6-E2D7B7DE22BA}"/>
          </ac:grpSpMkLst>
        </pc:grpChg>
        <pc:grpChg chg="del mod">
          <ac:chgData name="Olga Utnasonova" userId="489e3d3ac0e1b055" providerId="LiveId" clId="{6C735A59-AB1F-4803-8801-A1BFFDE9D75D}" dt="2023-12-20T20:34:51.040" v="660" actId="478"/>
          <ac:grpSpMkLst>
            <pc:docMk/>
            <pc:sldMk cId="3958995295" sldId="270"/>
            <ac:grpSpMk id="22" creationId="{73599F46-B141-4EB8-97C1-5D4E1466A81A}"/>
          </ac:grpSpMkLst>
        </pc:grpChg>
        <pc:graphicFrameChg chg="mod modGraphic">
          <ac:chgData name="Olga Utnasonova" userId="489e3d3ac0e1b055" providerId="LiveId" clId="{6C735A59-AB1F-4803-8801-A1BFFDE9D75D}" dt="2023-12-20T20:35:44.812" v="678" actId="20577"/>
          <ac:graphicFrameMkLst>
            <pc:docMk/>
            <pc:sldMk cId="3958995295" sldId="270"/>
            <ac:graphicFrameMk id="7" creationId="{9204B314-1DE4-457F-94F0-FE87FA51ADFA}"/>
          </ac:graphicFrameMkLst>
        </pc:graphicFrameChg>
        <pc:picChg chg="add mod">
          <ac:chgData name="Olga Utnasonova" userId="489e3d3ac0e1b055" providerId="LiveId" clId="{6C735A59-AB1F-4803-8801-A1BFFDE9D75D}" dt="2023-12-20T20:35:10.672" v="667" actId="1076"/>
          <ac:picMkLst>
            <pc:docMk/>
            <pc:sldMk cId="3958995295" sldId="270"/>
            <ac:picMk id="17" creationId="{AEE2A20C-27D5-42D4-BBDA-FC5D2CF5D29E}"/>
          </ac:picMkLst>
        </pc:picChg>
        <pc:picChg chg="add mod">
          <ac:chgData name="Olga Utnasonova" userId="489e3d3ac0e1b055" providerId="LiveId" clId="{6C735A59-AB1F-4803-8801-A1BFFDE9D75D}" dt="2023-12-20T20:35:24.691" v="673" actId="1076"/>
          <ac:picMkLst>
            <pc:docMk/>
            <pc:sldMk cId="3958995295" sldId="270"/>
            <ac:picMk id="18" creationId="{BEBFB61A-A317-83AB-4E0A-0C6DE2CC5DB8}"/>
          </ac:picMkLst>
        </pc:picChg>
        <pc:picChg chg="add mod">
          <ac:chgData name="Olga Utnasonova" userId="489e3d3ac0e1b055" providerId="LiveId" clId="{6C735A59-AB1F-4803-8801-A1BFFDE9D75D}" dt="2023-12-20T20:35:21.004" v="672" actId="1076"/>
          <ac:picMkLst>
            <pc:docMk/>
            <pc:sldMk cId="3958995295" sldId="270"/>
            <ac:picMk id="19" creationId="{17A4C89C-B2F8-7A60-C524-4F7296CA71F7}"/>
          </ac:picMkLst>
        </pc:picChg>
        <pc:picChg chg="add mod">
          <ac:chgData name="Olga Utnasonova" userId="489e3d3ac0e1b055" providerId="LiveId" clId="{6C735A59-AB1F-4803-8801-A1BFFDE9D75D}" dt="2023-12-20T20:35:15.328" v="670" actId="1076"/>
          <ac:picMkLst>
            <pc:docMk/>
            <pc:sldMk cId="3958995295" sldId="270"/>
            <ac:picMk id="20" creationId="{F50A90FF-9908-31D7-ACCC-63BBBDE9D3C7}"/>
          </ac:picMkLst>
        </pc:picChg>
        <pc:picChg chg="add mod">
          <ac:chgData name="Olga Utnasonova" userId="489e3d3ac0e1b055" providerId="LiveId" clId="{6C735A59-AB1F-4803-8801-A1BFFDE9D75D}" dt="2023-12-20T20:35:17.707" v="671" actId="1076"/>
          <ac:picMkLst>
            <pc:docMk/>
            <pc:sldMk cId="3958995295" sldId="270"/>
            <ac:picMk id="23" creationId="{335EF21C-1456-F0CB-B386-964CB7CFC236}"/>
          </ac:picMkLst>
        </pc:picChg>
      </pc:sldChg>
      <pc:sldChg chg="modSp mod">
        <pc:chgData name="Olga Utnasonova" userId="489e3d3ac0e1b055" providerId="LiveId" clId="{6C735A59-AB1F-4803-8801-A1BFFDE9D75D}" dt="2023-12-20T17:59:01.835" v="202" actId="20577"/>
        <pc:sldMkLst>
          <pc:docMk/>
          <pc:sldMk cId="1011655600" sldId="271"/>
        </pc:sldMkLst>
        <pc:spChg chg="mod">
          <ac:chgData name="Olga Utnasonova" userId="489e3d3ac0e1b055" providerId="LiveId" clId="{6C735A59-AB1F-4803-8801-A1BFFDE9D75D}" dt="2023-12-20T17:59:01.835" v="202" actId="20577"/>
          <ac:spMkLst>
            <pc:docMk/>
            <pc:sldMk cId="1011655600" sldId="271"/>
            <ac:spMk id="22" creationId="{00000000-0000-0000-0000-000000000000}"/>
          </ac:spMkLst>
        </pc:spChg>
      </pc:sldChg>
      <pc:sldChg chg="delSp modSp mod">
        <pc:chgData name="Olga Utnasonova" userId="489e3d3ac0e1b055" providerId="LiveId" clId="{6C735A59-AB1F-4803-8801-A1BFFDE9D75D}" dt="2023-12-20T20:18:45.798" v="624" actId="20577"/>
        <pc:sldMkLst>
          <pc:docMk/>
          <pc:sldMk cId="0" sldId="272"/>
        </pc:sldMkLst>
        <pc:spChg chg="mod">
          <ac:chgData name="Olga Utnasonova" userId="489e3d3ac0e1b055" providerId="LiveId" clId="{6C735A59-AB1F-4803-8801-A1BFFDE9D75D}" dt="2023-12-20T20:18:45.798" v="624" actId="20577"/>
          <ac:spMkLst>
            <pc:docMk/>
            <pc:sldMk cId="0" sldId="272"/>
            <ac:spMk id="9" creationId="{00000000-0000-0000-0000-000000000000}"/>
          </ac:spMkLst>
        </pc:spChg>
        <pc:spChg chg="del topLvl">
          <ac:chgData name="Olga Utnasonova" userId="489e3d3ac0e1b055" providerId="LiveId" clId="{6C735A59-AB1F-4803-8801-A1BFFDE9D75D}" dt="2023-12-20T17:57:52.227" v="189" actId="478"/>
          <ac:spMkLst>
            <pc:docMk/>
            <pc:sldMk cId="0" sldId="272"/>
            <ac:spMk id="10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00:52.452" v="210" actId="122"/>
          <ac:spMkLst>
            <pc:docMk/>
            <pc:sldMk cId="0" sldId="272"/>
            <ac:spMk id="11" creationId="{00000000-0000-0000-0000-000000000000}"/>
          </ac:spMkLst>
        </pc:spChg>
        <pc:grpChg chg="mod ord topLvl">
          <ac:chgData name="Olga Utnasonova" userId="489e3d3ac0e1b055" providerId="LiveId" clId="{6C735A59-AB1F-4803-8801-A1BFFDE9D75D}" dt="2023-12-20T17:59:55.922" v="209" actId="1076"/>
          <ac:grpSpMkLst>
            <pc:docMk/>
            <pc:sldMk cId="0" sldId="272"/>
            <ac:grpSpMk id="4" creationId="{00000000-0000-0000-0000-000000000000}"/>
          </ac:grpSpMkLst>
        </pc:grpChg>
        <pc:grpChg chg="del">
          <ac:chgData name="Olga Utnasonova" userId="489e3d3ac0e1b055" providerId="LiveId" clId="{6C735A59-AB1F-4803-8801-A1BFFDE9D75D}" dt="2023-12-20T17:57:52.227" v="189" actId="478"/>
          <ac:grpSpMkLst>
            <pc:docMk/>
            <pc:sldMk cId="0" sldId="272"/>
            <ac:grpSpMk id="13" creationId="{8356A15F-7835-FB8E-AA52-771EF905BA93}"/>
          </ac:grpSpMkLst>
        </pc:grpChg>
      </pc:sldChg>
      <pc:sldChg chg="addSp delSp modSp add mod ord setBg">
        <pc:chgData name="Olga Utnasonova" userId="489e3d3ac0e1b055" providerId="LiveId" clId="{6C735A59-AB1F-4803-8801-A1BFFDE9D75D}" dt="2023-12-20T20:19:17.337" v="626" actId="20577"/>
        <pc:sldMkLst>
          <pc:docMk/>
          <pc:sldMk cId="3976806633" sldId="273"/>
        </pc:sldMkLst>
        <pc:spChg chg="del">
          <ac:chgData name="Olga Utnasonova" userId="489e3d3ac0e1b055" providerId="LiveId" clId="{6C735A59-AB1F-4803-8801-A1BFFDE9D75D}" dt="2023-12-20T05:43:10.220" v="42" actId="478"/>
          <ac:spMkLst>
            <pc:docMk/>
            <pc:sldMk cId="3976806633" sldId="273"/>
            <ac:spMk id="7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20:19:17.337" v="626" actId="20577"/>
          <ac:spMkLst>
            <pc:docMk/>
            <pc:sldMk cId="3976806633" sldId="273"/>
            <ac:spMk id="8" creationId="{00000000-0000-0000-0000-000000000000}"/>
          </ac:spMkLst>
        </pc:spChg>
        <pc:spChg chg="del mod">
          <ac:chgData name="Olga Utnasonova" userId="489e3d3ac0e1b055" providerId="LiveId" clId="{6C735A59-AB1F-4803-8801-A1BFFDE9D75D}" dt="2023-12-20T18:17:01.473" v="369"/>
          <ac:spMkLst>
            <pc:docMk/>
            <pc:sldMk cId="3976806633" sldId="273"/>
            <ac:spMk id="9" creationId="{00000000-0000-0000-0000-000000000000}"/>
          </ac:spMkLst>
        </pc:spChg>
        <pc:spChg chg="mod">
          <ac:chgData name="Olga Utnasonova" userId="489e3d3ac0e1b055" providerId="LiveId" clId="{6C735A59-AB1F-4803-8801-A1BFFDE9D75D}" dt="2023-12-20T18:17:36.136" v="376" actId="1076"/>
          <ac:spMkLst>
            <pc:docMk/>
            <pc:sldMk cId="3976806633" sldId="273"/>
            <ac:spMk id="10" creationId="{00000000-0000-0000-0000-000000000000}"/>
          </ac:spMkLst>
        </pc:spChg>
        <pc:spChg chg="add del">
          <ac:chgData name="Olga Utnasonova" userId="489e3d3ac0e1b055" providerId="LiveId" clId="{6C735A59-AB1F-4803-8801-A1BFFDE9D75D}" dt="2023-12-20T05:44:31.269" v="94"/>
          <ac:spMkLst>
            <pc:docMk/>
            <pc:sldMk cId="3976806633" sldId="273"/>
            <ac:spMk id="11" creationId="{23695F93-7AFD-AA63-5008-E022B65F59B4}"/>
          </ac:spMkLst>
        </pc:spChg>
        <pc:spChg chg="add del mod">
          <ac:chgData name="Olga Utnasonova" userId="489e3d3ac0e1b055" providerId="LiveId" clId="{6C735A59-AB1F-4803-8801-A1BFFDE9D75D}" dt="2023-12-20T05:54:33.262" v="185" actId="478"/>
          <ac:spMkLst>
            <pc:docMk/>
            <pc:sldMk cId="3976806633" sldId="273"/>
            <ac:spMk id="14" creationId="{E5017A1D-10C2-6E34-CC4B-1771BB0C8516}"/>
          </ac:spMkLst>
        </pc:spChg>
        <pc:grpChg chg="mod">
          <ac:chgData name="Olga Utnasonova" userId="489e3d3ac0e1b055" providerId="LiveId" clId="{6C735A59-AB1F-4803-8801-A1BFFDE9D75D}" dt="2023-12-20T18:17:04.371" v="370" actId="1076"/>
          <ac:grpSpMkLst>
            <pc:docMk/>
            <pc:sldMk cId="3976806633" sldId="273"/>
            <ac:grpSpMk id="4" creationId="{00000000-0000-0000-0000-000000000000}"/>
          </ac:grpSpMkLst>
        </pc:grpChg>
        <pc:graphicFrameChg chg="add del mod modGraphic">
          <ac:chgData name="Olga Utnasonova" userId="489e3d3ac0e1b055" providerId="LiveId" clId="{6C735A59-AB1F-4803-8801-A1BFFDE9D75D}" dt="2023-12-20T05:49:46.966" v="136" actId="478"/>
          <ac:graphicFrameMkLst>
            <pc:docMk/>
            <pc:sldMk cId="3976806633" sldId="273"/>
            <ac:graphicFrameMk id="15" creationId="{C2227C9E-BC04-CD26-0495-AC467BB4C4AB}"/>
          </ac:graphicFrameMkLst>
        </pc:graphicFrameChg>
        <pc:graphicFrameChg chg="add del mod modGraphic">
          <ac:chgData name="Olga Utnasonova" userId="489e3d3ac0e1b055" providerId="LiveId" clId="{6C735A59-AB1F-4803-8801-A1BFFDE9D75D}" dt="2023-12-20T20:18:32.196" v="622" actId="6549"/>
          <ac:graphicFrameMkLst>
            <pc:docMk/>
            <pc:sldMk cId="3976806633" sldId="273"/>
            <ac:graphicFrameMk id="16" creationId="{694E327F-865A-6B28-E4A8-6CD05C7700E4}"/>
          </ac:graphicFrameMkLst>
        </pc:graphicFrameChg>
        <pc:picChg chg="add mod">
          <ac:chgData name="Olga Utnasonova" userId="489e3d3ac0e1b055" providerId="LiveId" clId="{6C735A59-AB1F-4803-8801-A1BFFDE9D75D}" dt="2023-12-20T05:54:30.069" v="184" actId="14100"/>
          <ac:picMkLst>
            <pc:docMk/>
            <pc:sldMk cId="3976806633" sldId="273"/>
            <ac:picMk id="12" creationId="{7BF4078F-447D-3A77-59E2-40A659F1A9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12/20/2023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Relationship Id="rId9" Type="http://schemas.openxmlformats.org/officeDocument/2006/relationships/image" Target="../media/image3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845905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1028700" y="2057400"/>
            <a:ext cx="3086100" cy="308610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310327" y="3007804"/>
            <a:ext cx="7889200" cy="3310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Медицина.</a:t>
            </a:r>
          </a:p>
          <a:p>
            <a:pPr>
              <a:lnSpc>
                <a:spcPts val="6686"/>
              </a:lnSpc>
            </a:pPr>
            <a:r>
              <a:rPr lang="en-US" sz="4776">
                <a:solidFill>
                  <a:srgbClr val="000000"/>
                </a:solidFill>
                <a:latin typeface="Intro"/>
              </a:rPr>
              <a:t>Анализ факторов развития болезни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845151" y="7161820"/>
            <a:ext cx="6414149" cy="1054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КОРОБОВЦЕВА ОЛЬГА</a:t>
            </a:r>
          </a:p>
          <a:p>
            <a:pPr algn="r">
              <a:lnSpc>
                <a:spcPts val="2800"/>
              </a:lnSpc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ЛОЗА АЛЕКСАНДР</a:t>
            </a:r>
          </a:p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ПАВЛОВА АННА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877649" y="2471574"/>
            <a:ext cx="4771194" cy="5714005"/>
          </a:xfrm>
          <a:custGeom>
            <a:avLst/>
            <a:gdLst/>
            <a:ahLst/>
            <a:cxnLst/>
            <a:rect l="l" t="t" r="r" b="b"/>
            <a:pathLst>
              <a:path w="4771194" h="5714005">
                <a:moveTo>
                  <a:pt x="0" y="0"/>
                </a:moveTo>
                <a:lnTo>
                  <a:pt x="4771195" y="0"/>
                </a:lnTo>
                <a:lnTo>
                  <a:pt x="4771195" y="5714005"/>
                </a:lnTo>
                <a:lnTo>
                  <a:pt x="0" y="57140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08575" y="2117065"/>
            <a:ext cx="7889200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Проблема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71750" y="5189967"/>
            <a:ext cx="7351501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5% ВСЕХ ГОСПИТАЛИЗИРОВАННЫХ ПАЦИЕНТОВ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9448800"/>
            <a:ext cx="16391044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WAIKAR SS*, LIU KD , CHERTOW GM, DIAGNOSIS, EPIDEMIOLOGY AND OUTCOMES OF ACUTE KIDNEY INJURY. CLIN J AM SOC NEPHROL 3: 844 -861, 2008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73958" y="3629610"/>
            <a:ext cx="5626298" cy="88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ОПП - ПРИЧИНА 4 МЛН. СМЕРТЕЙ</a:t>
            </a:r>
          </a:p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КАЖДЫЙ ГОД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62480" y="5189967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62480" y="5891642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02.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62480" y="6593317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03.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62480" y="7294992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04.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62480" y="7996666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05.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581275" y="5891642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14, 5% КРИТИЧЕСКИХ ПЕДИАТРИЧЕСКИХ БОЛЬНЫХ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71750" y="7294992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50% ПАЦИЕНТОВ,НАХОДИВШИХСЯ В ОИТ НА ДИАЛИЗЕ — ЛЕТАЛЬНЫЙ И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508575" y="6593317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 30% ПАЦИЕНТОВ ОТДЕЛЕНИЙ ИНТЕНСИВНОЙ ТЕРАПИИ (ОИТ)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71750" y="7958567"/>
            <a:ext cx="9369075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25% ПАЦИЕНТОВ, ВЫЖИВШИХ ПОСЛЕ ДИАЛИЗА, В ТЕЧЕНИЕ 3 -Х ЛЕТ РАЗВИВАЮТСЯ ТЕРМИНАЛЬНЫЕ СТАДИИ РЕНАЛЬНЫХ ЗАБОЛЕВАНИЙ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2119309" y="1921925"/>
            <a:ext cx="2091863" cy="209186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130064" y="2362039"/>
            <a:ext cx="5911227" cy="5290549"/>
          </a:xfrm>
          <a:custGeom>
            <a:avLst/>
            <a:gdLst/>
            <a:ahLst/>
            <a:cxnLst/>
            <a:rect l="l" t="t" r="r" b="b"/>
            <a:pathLst>
              <a:path w="5911227" h="5290549">
                <a:moveTo>
                  <a:pt x="0" y="0"/>
                </a:moveTo>
                <a:lnTo>
                  <a:pt x="5911227" y="0"/>
                </a:lnTo>
                <a:lnTo>
                  <a:pt x="5911227" y="5290549"/>
                </a:lnTo>
                <a:lnTo>
                  <a:pt x="0" y="52905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66496" y="2181064"/>
            <a:ext cx="3222776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 err="1">
                <a:solidFill>
                  <a:srgbClr val="000000"/>
                </a:solidFill>
                <a:latin typeface="Intro"/>
              </a:rPr>
              <a:t>Цель</a:t>
            </a:r>
            <a:endParaRPr lang="en-US" sz="9075" dirty="0">
              <a:solidFill>
                <a:srgbClr val="000000"/>
              </a:solidFill>
              <a:latin typeface="Intr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666496" y="4289764"/>
            <a:ext cx="7351501" cy="1397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Now"/>
              </a:rPr>
              <a:t>ПРОВЕСТИ ИССЛЕДОВАНИЕ И РАЗРАБОТАТЬ ПРОЕКТ, ОРИЕНТИРОВАННЫЙ НА ИЗУЧЕНИЕ И АНАЛИЗ ДАННЫХ ПАЦИЕНТОВ С ОСТРЫМ ПОРАЖЕНИЕМ ПОЧЕК</a:t>
            </a:r>
          </a:p>
          <a:p>
            <a:pPr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000000"/>
              </a:solidFill>
              <a:latin typeface="No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39374" y="3791987"/>
            <a:ext cx="747425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ОБЩЕЕ ИССЛЕДОВАНИЕ ДАННЫХ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019930" y="3791987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01.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19930" y="4505378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02.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19930" y="5218769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03.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019930" y="5932161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04.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19930" y="6645552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05.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649058" y="4505378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ОБРАБОТКА ПРОПУСКОВ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39374" y="5932161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УДАЛЕНИЕ ДУБЛИКАТОВ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75144" y="5218769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ОБРАБОТКА АНОМАЛЬНЫХ ЗНАЧЕНИЙ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39374" y="6606816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ВВЕДЕНИЕ ДОПОЛНИТЕЛЬНЫХ СТОЛБЦОВ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28700" y="1457378"/>
            <a:ext cx="3086100" cy="3086100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249281" y="2174215"/>
            <a:ext cx="7410886" cy="1055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85"/>
              </a:lnSpc>
            </a:pPr>
            <a:r>
              <a:rPr lang="en-US" sz="6132" dirty="0" err="1">
                <a:solidFill>
                  <a:srgbClr val="000000"/>
                </a:solidFill>
                <a:latin typeface="Intro"/>
              </a:rPr>
              <a:t>Предобработка</a:t>
            </a:r>
            <a:r>
              <a:rPr lang="en-US" sz="6132" dirty="0">
                <a:solidFill>
                  <a:srgbClr val="000000"/>
                </a:solidFill>
                <a:latin typeface="Intro"/>
              </a:rPr>
              <a:t> 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438D44C-941D-76DE-44A6-2EFF3BAC4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0673" y="3088235"/>
            <a:ext cx="7474252" cy="5928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46430DD6-53B5-4435-8C46-AE6CC72A9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455" y="18645"/>
            <a:ext cx="18307456" cy="10268355"/>
          </a:xfrm>
          <a:prstGeom prst="rect">
            <a:avLst/>
          </a:prstGeom>
        </p:spPr>
      </p:pic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chemeClr val="bg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chemeClr val="bg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chemeClr val="bg1"/>
                </a:solidFill>
                <a:latin typeface="Inter"/>
              </a:rPr>
              <a:t>PAGE 05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90800" y="5829300"/>
            <a:ext cx="2154841" cy="15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chemeClr val="bg1"/>
                </a:solidFill>
                <a:latin typeface="Intro"/>
              </a:rPr>
              <a:t> </a:t>
            </a:r>
          </a:p>
        </p:txBody>
      </p:sp>
      <p:sp>
        <p:nvSpPr>
          <p:cNvPr id="25" name="TextBox 22">
            <a:extLst>
              <a:ext uri="{FF2B5EF4-FFF2-40B4-BE49-F238E27FC236}">
                <a16:creationId xmlns:a16="http://schemas.microsoft.com/office/drawing/2014/main" id="{8D67A01E-57CA-4BC5-BCBC-CFF56213CA79}"/>
              </a:ext>
            </a:extLst>
          </p:cNvPr>
          <p:cNvSpPr txBox="1"/>
          <p:nvPr/>
        </p:nvSpPr>
        <p:spPr>
          <a:xfrm>
            <a:off x="10362765" y="214460"/>
            <a:ext cx="7410886" cy="1055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85"/>
              </a:lnSpc>
            </a:pPr>
            <a:r>
              <a:rPr lang="en-US" sz="6132" dirty="0" err="1">
                <a:solidFill>
                  <a:schemeClr val="bg1"/>
                </a:solidFill>
                <a:latin typeface="Intro"/>
              </a:rPr>
              <a:t>datalens</a:t>
            </a:r>
            <a:r>
              <a:rPr lang="en-US" sz="6132" dirty="0">
                <a:solidFill>
                  <a:srgbClr val="000000"/>
                </a:solidFill>
                <a:latin typeface="Intro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11655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1049000" y="5448304"/>
            <a:ext cx="8382000" cy="5701508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301479"/>
              </p:ext>
            </p:extLst>
          </p:nvPr>
        </p:nvGraphicFramePr>
        <p:xfrm>
          <a:off x="3810964" y="3943865"/>
          <a:ext cx="10662363" cy="4114800"/>
        </p:xfrm>
        <a:graphic>
          <a:graphicData uri="http://schemas.openxmlformats.org/drawingml/2006/table">
            <a:tbl>
              <a:tblPr/>
              <a:tblGrid>
                <a:gridCol w="3499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15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5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A08B7B"/>
                          </a:solidFill>
                          <a:latin typeface="Intro"/>
                        </a:rPr>
                        <a:t>Есть ОПП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 dirty="0" err="1">
                          <a:solidFill>
                            <a:srgbClr val="A08B7B"/>
                          </a:solidFill>
                          <a:latin typeface="Intro"/>
                        </a:rPr>
                        <a:t>Нет</a:t>
                      </a:r>
                      <a:r>
                        <a:rPr lang="en-US" sz="2699" dirty="0">
                          <a:solidFill>
                            <a:srgbClr val="A08B7B"/>
                          </a:solidFill>
                          <a:latin typeface="Intro"/>
                        </a:rPr>
                        <a:t> ОПП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Сахарный диабет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A08B7B"/>
                          </a:solidFill>
                          <a:latin typeface="Inter"/>
                        </a:rPr>
                        <a:t>36.3636%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27.5862%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Гипертония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A08B7B"/>
                          </a:solidFill>
                          <a:latin typeface="Inter"/>
                        </a:rPr>
                        <a:t>88.8889%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94.8276%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ХБП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54.5455%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A08B7B"/>
                          </a:solidFill>
                          <a:latin typeface="Inter"/>
                        </a:rPr>
                        <a:t>51.7241%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52660" y="1840142"/>
            <a:ext cx="14606640" cy="1298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САХАРНЫЙ ДИАБЕТ, ГИПЕРТОНИЯ, ХРОНИЧЕСКАЯ БОЛЕЗНЬ ПОЧЕК ДЛЯ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ГРУПП “ЕСТЬ ОПП/НЕТ ОПП”</a:t>
            </a:r>
          </a:p>
        </p:txBody>
      </p:sp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2344400" y="-495300"/>
            <a:ext cx="7200900" cy="4933947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>
            <a:off x="346370" y="2959747"/>
            <a:ext cx="11617030" cy="6010370"/>
          </a:xfrm>
          <a:custGeom>
            <a:avLst/>
            <a:gdLst/>
            <a:ahLst/>
            <a:cxnLst/>
            <a:rect l="l" t="t" r="r" b="b"/>
            <a:pathLst>
              <a:path w="11617030" h="6010370">
                <a:moveTo>
                  <a:pt x="0" y="0"/>
                </a:moveTo>
                <a:lnTo>
                  <a:pt x="11617031" y="0"/>
                </a:lnTo>
                <a:lnTo>
                  <a:pt x="11617031" y="6010370"/>
                </a:lnTo>
                <a:lnTo>
                  <a:pt x="0" y="60103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915" r="-149"/>
            </a:stretch>
          </a:blipFill>
        </p:spPr>
        <p:txBody>
          <a:bodyPr/>
          <a:lstStyle/>
          <a:p>
            <a:endParaRPr lang="ru-RU" dirty="0"/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11963400" y="3701390"/>
          <a:ext cx="6097414" cy="5209143"/>
        </p:xfrm>
        <a:graphic>
          <a:graphicData uri="http://schemas.openxmlformats.org/drawingml/2006/table">
            <a:tbl>
              <a:tblPr/>
              <a:tblGrid>
                <a:gridCol w="304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16 и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менее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Выраженный дефицит массы тела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16—18,5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Недостаточная</a:t>
                      </a: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 (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дефицит</a:t>
                      </a: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)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масса</a:t>
                      </a: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тела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207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18,5—25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Норма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25—30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99"/>
                        </a:lnSpc>
                        <a:defRPr/>
                      </a:pPr>
                      <a:r>
                        <a:rPr lang="en-US" sz="1499">
                          <a:solidFill>
                            <a:srgbClr val="000000"/>
                          </a:solidFill>
                          <a:latin typeface="Inter"/>
                        </a:rPr>
                        <a:t>Избыточная масса тела (предожирение)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30—35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Ожирение 1 степени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113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35—40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Ожирение 2 степени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40 и более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Ожирение</a:t>
                      </a: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 3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степени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9"/>
          <p:cNvSpPr txBox="1"/>
          <p:nvPr/>
        </p:nvSpPr>
        <p:spPr>
          <a:xfrm>
            <a:off x="14312251" y="9362405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7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209800" y="1798975"/>
            <a:ext cx="13290272" cy="860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ИМТ. ПОСЧИТАТЬ КОЛИЧЕСТВО ПАЦИЕНТОВ, ИМЕЮЩИХ ПРОБЛЕМЫ С СЕРДЦЕМ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2FC350-D2A0-4ABD-CBBF-18D63239A076}"/>
              </a:ext>
            </a:extLst>
          </p:cNvPr>
          <p:cNvSpPr txBox="1"/>
          <p:nvPr/>
        </p:nvSpPr>
        <p:spPr>
          <a:xfrm>
            <a:off x="1102122" y="9542568"/>
            <a:ext cx="16391044" cy="34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ru-RU" sz="2000" dirty="0">
                <a:solidFill>
                  <a:srgbClr val="000000"/>
                </a:solidFill>
                <a:latin typeface="Now"/>
              </a:rPr>
              <a:t>По данным ВОЗ</a:t>
            </a:r>
            <a:endParaRPr lang="en-US" sz="2000" dirty="0">
              <a:solidFill>
                <a:srgbClr val="000000"/>
              </a:solidFill>
              <a:latin typeface="No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533400" y="3806268"/>
            <a:ext cx="3581400" cy="3551227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743200" y="1768197"/>
            <a:ext cx="13487400" cy="1298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ИССЛЕДОВАТЬ ЗАВИСИМОСТЬ ДЛИТЕЛЬНОСТИ ОПЕРАЦИИ ОТ ФАКТА ПЕРЕНЕСЕННОГО В ПРОШЛОМ ИНФАРКТА МИОКАРДА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69045" y="8268368"/>
            <a:ext cx="8577638" cy="688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ru-RU" sz="2000" spc="600" dirty="0">
                <a:solidFill>
                  <a:srgbClr val="000000"/>
                </a:solidFill>
                <a:latin typeface="Inter"/>
              </a:rPr>
              <a:t>статистика:0.0 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p-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уровень:0.0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545AFD-9B3C-40C9-989A-A744A56639ED}"/>
              </a:ext>
            </a:extLst>
          </p:cNvPr>
          <p:cNvSpPr txBox="1"/>
          <p:nvPr/>
        </p:nvSpPr>
        <p:spPr>
          <a:xfrm>
            <a:off x="800100" y="5213907"/>
            <a:ext cx="3086100" cy="939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Корреляция не обнаружена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9C95990-712D-DF5B-35D7-4A70D831B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3806268"/>
            <a:ext cx="11277600" cy="37494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2773" y="3385432"/>
            <a:ext cx="3549227" cy="3317946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34872" y="1626342"/>
            <a:ext cx="14654106" cy="8608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ВЕРНО ЛИ, ЧТО У ПАЦИЕНТОВ С ИМТ ВЫШЕ НОРМЫ БУДЕТ ПОВЫШЕННЫЙ УРОВЕНЬ ХОЛЕСТЕРИНА?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911746" y="8409355"/>
            <a:ext cx="12100358" cy="688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ru-RU" sz="2000" spc="600" dirty="0">
                <a:solidFill>
                  <a:srgbClr val="000000"/>
                </a:solidFill>
                <a:latin typeface="Inter"/>
              </a:rPr>
              <a:t>статистика:0.0620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p-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уровень:0.8033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6C2D5-22E9-41C1-9B9C-9CA90C92C703}"/>
              </a:ext>
            </a:extLst>
          </p:cNvPr>
          <p:cNvSpPr txBox="1"/>
          <p:nvPr/>
        </p:nvSpPr>
        <p:spPr>
          <a:xfrm>
            <a:off x="1090935" y="4271418"/>
            <a:ext cx="3400209" cy="142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Разный порядок категорий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0A0D313-192C-3B75-828C-79FB5E62C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7491" y="2867117"/>
            <a:ext cx="6988868" cy="54010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551796" y="3971544"/>
            <a:ext cx="3714750" cy="3746634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51796" y="1624942"/>
            <a:ext cx="15728672" cy="8608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ВЕРНО ЛИ, ЧТО ДАЖЕ БЕЗ ХРОНИЧЕСКИХ БОЛЕЗНЕЙ ПОЧЕК С ВОЗРАСТОМ ТОЛЩИНА ПАРЕНХИМЫ ПОЧЕК УМЕНЬШАЕТСЯ?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80709" y="8125976"/>
            <a:ext cx="12100358" cy="1047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endParaRPr dirty="0"/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ru-RU" sz="2000" spc="600" dirty="0">
                <a:solidFill>
                  <a:srgbClr val="000000"/>
                </a:solidFill>
                <a:latin typeface="Inter"/>
              </a:rPr>
              <a:t>статистика:-0.1919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p-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уровень:0.1257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43B054-7091-4AD9-B94D-CD19E159CB92}"/>
              </a:ext>
            </a:extLst>
          </p:cNvPr>
          <p:cNvSpPr txBox="1"/>
          <p:nvPr/>
        </p:nvSpPr>
        <p:spPr>
          <a:xfrm>
            <a:off x="1847071" y="5448300"/>
            <a:ext cx="3124200" cy="939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Корреляция не обнаружена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7D6CA44-2289-58E3-4698-32FD122745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265" y="2864261"/>
            <a:ext cx="7047733" cy="54174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51114" y="1536196"/>
            <a:ext cx="15385772" cy="8608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ПРОВЕРИТЬ АДЕКВАТНОСТЬ ПОСТАВЛЕННОГО ДИАГНОЗА ПО СТАДИИ ХРОНИЧЕСКОЙ БОЛЕЗНИ ПОЧЕК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730048" y="8765017"/>
            <a:ext cx="747425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СТАДИЯ РАЗВИТИЯ ХБП ОПРЕДЕЛЯЛАСЬ ПО СКФ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4C13CCA-055E-D59F-4D80-311CDBFABE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8396" y="2419488"/>
            <a:ext cx="6391207" cy="63912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-2840054" y="7041782"/>
            <a:ext cx="6806838" cy="6490436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505200" y="2660178"/>
            <a:ext cx="10391601" cy="5871042"/>
          </a:xfrm>
          <a:custGeom>
            <a:avLst/>
            <a:gdLst/>
            <a:ahLst/>
            <a:cxnLst/>
            <a:rect l="l" t="t" r="r" b="b"/>
            <a:pathLst>
              <a:path w="10391601" h="5871042">
                <a:moveTo>
                  <a:pt x="0" y="0"/>
                </a:moveTo>
                <a:lnTo>
                  <a:pt x="10391601" y="0"/>
                </a:lnTo>
                <a:lnTo>
                  <a:pt x="10391601" y="5871042"/>
                </a:lnTo>
                <a:lnTo>
                  <a:pt x="0" y="58710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14391" y="1550387"/>
            <a:ext cx="11665034" cy="86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b="1" spc="749" dirty="0">
                <a:solidFill>
                  <a:srgbClr val="000000"/>
                </a:solidFill>
                <a:latin typeface="Inter"/>
              </a:rPr>
              <a:t>ИССЛЕДОВАТЬ КОРРЕЛЯЦИЮ МЕЖДУ ПАРАМЕТРАМИ</a:t>
            </a:r>
          </a:p>
        </p:txBody>
      </p:sp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FB28D01-4C41-4259-A1BB-4CB02BB34E66}"/>
              </a:ext>
            </a:extLst>
          </p:cNvPr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0B5C67-F53E-4BAE-B60F-103A04E5DCA0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204B314-1DE4-457F-94F0-FE87FA51A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112834"/>
              </p:ext>
            </p:extLst>
          </p:nvPr>
        </p:nvGraphicFramePr>
        <p:xfrm>
          <a:off x="11353800" y="2753235"/>
          <a:ext cx="6253773" cy="5782324"/>
        </p:xfrm>
        <a:graphic>
          <a:graphicData uri="http://schemas.openxmlformats.org/drawingml/2006/table">
            <a:tbl>
              <a:tblPr/>
              <a:tblGrid>
                <a:gridCol w="2467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1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5560">
                  <a:extLst>
                    <a:ext uri="{9D8B030D-6E8A-4147-A177-3AD203B41FA5}">
                      <a16:colId xmlns:a16="http://schemas.microsoft.com/office/drawing/2014/main" val="3537344682"/>
                    </a:ext>
                  </a:extLst>
                </a:gridCol>
              </a:tblGrid>
              <a:tr h="11178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37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699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statistic, </a:t>
                      </a:r>
                      <a:endParaRPr lang="ru-RU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p-value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зависимость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7905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хбп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0.5562,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0.7572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нет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13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возраст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-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85.556,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13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пол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0.1497,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 1.0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нет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257579"/>
                  </a:ext>
                </a:extLst>
              </a:tr>
              <a:tr h="87713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мочевина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-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38.9731,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13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Лейкоциты крови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-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39.0399,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3799203"/>
                  </a:ext>
                </a:extLst>
              </a:tr>
            </a:tbl>
          </a:graphicData>
        </a:graphic>
      </p:graphicFrame>
      <p:sp>
        <p:nvSpPr>
          <p:cNvPr id="8" name="TextBox 8">
            <a:extLst>
              <a:ext uri="{FF2B5EF4-FFF2-40B4-BE49-F238E27FC236}">
                <a16:creationId xmlns:a16="http://schemas.microsoft.com/office/drawing/2014/main" id="{970980CA-1338-4565-BE31-97DF444E5682}"/>
              </a:ext>
            </a:extLst>
          </p:cNvPr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2BB170-7302-785D-1691-53ECC861DEC5}"/>
              </a:ext>
            </a:extLst>
          </p:cNvPr>
          <p:cNvSpPr txBox="1"/>
          <p:nvPr/>
        </p:nvSpPr>
        <p:spPr>
          <a:xfrm>
            <a:off x="6391671" y="888987"/>
            <a:ext cx="12509285" cy="13179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ru-RU" sz="3200" b="1" spc="749" dirty="0">
                <a:solidFill>
                  <a:srgbClr val="000000"/>
                </a:solidFill>
                <a:latin typeface="Inter"/>
              </a:rPr>
              <a:t>ПРОВЕРКА ГИПОТЕЗ</a:t>
            </a:r>
            <a:endParaRPr lang="en-US" sz="3200" b="1" spc="749" dirty="0">
              <a:solidFill>
                <a:srgbClr val="000000"/>
              </a:solidFill>
              <a:latin typeface="Inter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B1B9DF5-BAEB-E5C4-ABE7-EFB63792C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425" y="2973525"/>
            <a:ext cx="3600000" cy="2782111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6C04139-DD3F-6777-88C3-635E451FE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0" y="2877137"/>
            <a:ext cx="3600000" cy="276726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CA8BF07-193D-B0DE-E7C3-FB0D6EBDD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7900" y="6207773"/>
            <a:ext cx="3600000" cy="278211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7378672-9A73-DD9F-5623-C87976B72A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6107482"/>
            <a:ext cx="3600000" cy="276726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9EE2D30-2F06-7397-DA4A-086EF147C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6851" y="3066732"/>
            <a:ext cx="3600000" cy="276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4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FB28D01-4C41-4259-A1BB-4CB02BB34E66}"/>
              </a:ext>
            </a:extLst>
          </p:cNvPr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0B5C67-F53E-4BAE-B60F-103A04E5DCA0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204B314-1DE4-457F-94F0-FE87FA51A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948086"/>
              </p:ext>
            </p:extLst>
          </p:nvPr>
        </p:nvGraphicFramePr>
        <p:xfrm>
          <a:off x="11213634" y="2865428"/>
          <a:ext cx="6388566" cy="5595684"/>
        </p:xfrm>
        <a:graphic>
          <a:graphicData uri="http://schemas.openxmlformats.org/drawingml/2006/table">
            <a:tbl>
              <a:tblPr/>
              <a:tblGrid>
                <a:gridCol w="2978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17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7820">
                  <a:extLst>
                    <a:ext uri="{9D8B030D-6E8A-4147-A177-3AD203B41FA5}">
                      <a16:colId xmlns:a16="http://schemas.microsoft.com/office/drawing/2014/main" val="3537344682"/>
                    </a:ext>
                  </a:extLst>
                </a:gridCol>
              </a:tblGrid>
              <a:tr h="7964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37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699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statistic, </a:t>
                      </a:r>
                      <a:endParaRPr lang="ru-RU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p-value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зависимость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526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тромбоциты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-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40.9522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,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958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общий_белок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-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184.9113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,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958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аик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1.423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0.2329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257579"/>
                  </a:ext>
                </a:extLst>
              </a:tr>
              <a:tr h="624958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объем_</a:t>
                      </a:r>
                    </a:p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гемотрансфузии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-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16.7063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,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4958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диурез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-</a:t>
                      </a: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23.9239</a:t>
                      </a:r>
                      <a:r>
                        <a:rPr lang="en-US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,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Inter"/>
                          <a:ea typeface="+mn-ea"/>
                          <a:cs typeface="+mn-cs"/>
                        </a:rPr>
                        <a:t>есть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3799203"/>
                  </a:ext>
                </a:extLst>
              </a:tr>
            </a:tbl>
          </a:graphicData>
        </a:graphic>
      </p:graphicFrame>
      <p:sp>
        <p:nvSpPr>
          <p:cNvPr id="8" name="TextBox 8">
            <a:extLst>
              <a:ext uri="{FF2B5EF4-FFF2-40B4-BE49-F238E27FC236}">
                <a16:creationId xmlns:a16="http://schemas.microsoft.com/office/drawing/2014/main" id="{970980CA-1338-4565-BE31-97DF444E5682}"/>
              </a:ext>
            </a:extLst>
          </p:cNvPr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14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A3E61B21-DFD7-143B-0F42-8867159EBDDB}"/>
              </a:ext>
            </a:extLst>
          </p:cNvPr>
          <p:cNvSpPr txBox="1"/>
          <p:nvPr/>
        </p:nvSpPr>
        <p:spPr>
          <a:xfrm>
            <a:off x="6391671" y="888987"/>
            <a:ext cx="12509285" cy="13179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ru-RU" sz="3200" b="1" spc="749" dirty="0">
                <a:solidFill>
                  <a:srgbClr val="000000"/>
                </a:solidFill>
                <a:latin typeface="Inter"/>
              </a:rPr>
              <a:t>ПРОВЕРКА ГИПОТЕЗ</a:t>
            </a:r>
            <a:endParaRPr lang="en-US" sz="3200" b="1" spc="749" dirty="0">
              <a:solidFill>
                <a:srgbClr val="000000"/>
              </a:solidFill>
              <a:latin typeface="Inter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AEE2A20C-27D5-42D4-BBDA-FC5D2CF5D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865428"/>
            <a:ext cx="3600000" cy="2723643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EBFB61A-A317-83AB-4E0A-0C6DE2CC5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575" y="2823618"/>
            <a:ext cx="3600000" cy="276234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7A4C89C-B2F8-7A60-C524-4F7296CA7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516" y="2836629"/>
            <a:ext cx="3600000" cy="278211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F50A90FF-9908-31D7-ACCC-63BBBDE9D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200" y="6163887"/>
            <a:ext cx="3600000" cy="268137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35EF21C-1456-F0CB-B386-964CB7CFC2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1375" y="6155507"/>
            <a:ext cx="3600000" cy="268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995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762000" y="1113270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5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981200" y="1769415"/>
            <a:ext cx="11665034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ru-RU" sz="3600" b="1" spc="749" dirty="0">
                <a:solidFill>
                  <a:srgbClr val="000000"/>
                </a:solidFill>
                <a:latin typeface="Inter"/>
              </a:rPr>
              <a:t>РЕГРЕССИОННОЕ МОДЕЛИРОВАНИЕ</a:t>
            </a:r>
            <a:endParaRPr lang="en-US" sz="3600" b="1" spc="749" dirty="0">
              <a:solidFill>
                <a:srgbClr val="000000"/>
              </a:solidFill>
              <a:latin typeface="Inter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BF4078F-447D-3A77-59E2-40A659F1A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604" y="2440418"/>
            <a:ext cx="11703195" cy="5970458"/>
          </a:xfrm>
          <a:prstGeom prst="rect">
            <a:avLst/>
          </a:prstGeom>
        </p:spPr>
      </p:pic>
      <p:graphicFrame>
        <p:nvGraphicFramePr>
          <p:cNvPr id="16" name="Table 7">
            <a:extLst>
              <a:ext uri="{FF2B5EF4-FFF2-40B4-BE49-F238E27FC236}">
                <a16:creationId xmlns:a16="http://schemas.microsoft.com/office/drawing/2014/main" id="{694E327F-865A-6B28-E4A8-6CD05C7700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485440"/>
              </p:ext>
            </p:extLst>
          </p:nvPr>
        </p:nvGraphicFramePr>
        <p:xfrm>
          <a:off x="304800" y="5143500"/>
          <a:ext cx="5638799" cy="3151620"/>
        </p:xfrm>
        <a:graphic>
          <a:graphicData uri="http://schemas.openxmlformats.org/drawingml/2006/table">
            <a:tbl>
              <a:tblPr>
                <a:tableStyleId>{0E3FDE45-AF77-4B5C-9715-49D594BDF05E}</a:tableStyleId>
              </a:tblPr>
              <a:tblGrid>
                <a:gridCol w="27866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21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05789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ru-RU" sz="1600" kern="1200" dirty="0">
                          <a:solidFill>
                            <a:srgbClr val="A08B7B"/>
                          </a:solidFill>
                        </a:rPr>
                        <a:t>RMSE при определении СКФ с </a:t>
                      </a:r>
                      <a:r>
                        <a:rPr lang="ru-RU" sz="1600" kern="1200" dirty="0" err="1">
                          <a:solidFill>
                            <a:srgbClr val="A08B7B"/>
                          </a:solidFill>
                        </a:rPr>
                        <a:t>момощью</a:t>
                      </a:r>
                      <a:r>
                        <a:rPr lang="ru-RU" sz="1600" kern="1200" dirty="0">
                          <a:solidFill>
                            <a:srgbClr val="A08B7B"/>
                          </a:solidFill>
                        </a:rPr>
                        <a:t> нашей модели: </a:t>
                      </a:r>
                      <a:endParaRPr lang="en-US" sz="16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190500" marR="190500" marT="190500" marB="190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ru-RU" sz="1600" kern="1200" dirty="0">
                          <a:solidFill>
                            <a:srgbClr val="A08B7B"/>
                          </a:solidFill>
                        </a:rPr>
                        <a:t>RMSE при определении СКФ с помощью </a:t>
                      </a:r>
                      <a:r>
                        <a:rPr lang="ru-RU" sz="1600" kern="1200" dirty="0" err="1">
                          <a:solidFill>
                            <a:srgbClr val="A08B7B"/>
                          </a:solidFill>
                        </a:rPr>
                        <a:t>DummyRegressor</a:t>
                      </a:r>
                      <a:r>
                        <a:rPr lang="ru-RU" sz="1600" kern="1200" dirty="0">
                          <a:solidFill>
                            <a:srgbClr val="A08B7B"/>
                          </a:solidFill>
                        </a:rPr>
                        <a:t>: </a:t>
                      </a:r>
                      <a:endParaRPr lang="en-US" sz="16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190500" marR="190500" marT="190500" marB="1905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5831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</a:rPr>
                        <a:t>5.2272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190500" marR="190500" marT="190500" marB="1905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ru-RU" sz="2100" kern="1200" dirty="0">
                          <a:solidFill>
                            <a:srgbClr val="A08B7B"/>
                          </a:solidFill>
                          <a:latin typeface="+mn-lt"/>
                          <a:ea typeface="+mn-ea"/>
                          <a:cs typeface="+mn-cs"/>
                        </a:rPr>
                        <a:t>14.0278</a:t>
                      </a:r>
                      <a:endParaRPr lang="en-US" sz="2100" kern="1200" dirty="0">
                        <a:solidFill>
                          <a:srgbClr val="A08B7B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500" marR="190500" marT="190500" marB="1905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68066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951895" y="2987638"/>
            <a:ext cx="4695311" cy="4114800"/>
          </a:xfrm>
          <a:custGeom>
            <a:avLst/>
            <a:gdLst/>
            <a:ahLst/>
            <a:cxnLst/>
            <a:rect l="l" t="t" r="r" b="b"/>
            <a:pathLst>
              <a:path w="4695311" h="4114800">
                <a:moveTo>
                  <a:pt x="0" y="0"/>
                </a:moveTo>
                <a:lnTo>
                  <a:pt x="4695311" y="0"/>
                </a:lnTo>
                <a:lnTo>
                  <a:pt x="469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6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2508575" y="2117065"/>
            <a:ext cx="7889200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Трудности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02473" y="3629610"/>
            <a:ext cx="3369269" cy="435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НЕХВАТКА ДАННЫХ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047583" y="5129384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6" y="0"/>
                </a:lnTo>
                <a:lnTo>
                  <a:pt x="3021296" y="65920"/>
                </a:lnTo>
                <a:lnTo>
                  <a:pt x="0" y="659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122270" y="5129384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6" y="0"/>
                </a:lnTo>
                <a:lnTo>
                  <a:pt x="3021296" y="65920"/>
                </a:lnTo>
                <a:lnTo>
                  <a:pt x="0" y="659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3494573" y="5096425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7" y="0"/>
                </a:lnTo>
                <a:lnTo>
                  <a:pt x="3021297" y="65919"/>
                </a:lnTo>
                <a:lnTo>
                  <a:pt x="0" y="659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95373" y="5973231"/>
            <a:ext cx="3538016" cy="3036261"/>
          </a:xfrm>
          <a:custGeom>
            <a:avLst/>
            <a:gdLst/>
            <a:ahLst/>
            <a:cxnLst/>
            <a:rect l="l" t="t" r="r" b="b"/>
            <a:pathLst>
              <a:path w="3538016" h="3036261">
                <a:moveTo>
                  <a:pt x="0" y="0"/>
                </a:moveTo>
                <a:lnTo>
                  <a:pt x="3538016" y="0"/>
                </a:lnTo>
                <a:lnTo>
                  <a:pt x="3538016" y="3036261"/>
                </a:lnTo>
                <a:lnTo>
                  <a:pt x="0" y="30362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3319527" y="5804166"/>
            <a:ext cx="3533393" cy="3374390"/>
          </a:xfrm>
          <a:custGeom>
            <a:avLst/>
            <a:gdLst/>
            <a:ahLst/>
            <a:cxnLst/>
            <a:rect l="l" t="t" r="r" b="b"/>
            <a:pathLst>
              <a:path w="3533393" h="3374390">
                <a:moveTo>
                  <a:pt x="0" y="0"/>
                </a:moveTo>
                <a:lnTo>
                  <a:pt x="3533393" y="0"/>
                </a:lnTo>
                <a:lnTo>
                  <a:pt x="3533393" y="3374390"/>
                </a:lnTo>
                <a:lnTo>
                  <a:pt x="0" y="33743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071345" y="6484198"/>
            <a:ext cx="3171869" cy="2110734"/>
          </a:xfrm>
          <a:custGeom>
            <a:avLst/>
            <a:gdLst/>
            <a:ahLst/>
            <a:cxnLst/>
            <a:rect l="l" t="t" r="r" b="b"/>
            <a:pathLst>
              <a:path w="3171869" h="2110734">
                <a:moveTo>
                  <a:pt x="0" y="0"/>
                </a:moveTo>
                <a:lnTo>
                  <a:pt x="3171869" y="0"/>
                </a:lnTo>
                <a:lnTo>
                  <a:pt x="3171869" y="2110735"/>
                </a:lnTo>
                <a:lnTo>
                  <a:pt x="0" y="21107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299551" y="9427048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7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237519" y="1916581"/>
            <a:ext cx="15021781" cy="203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ru-RU" sz="6600" dirty="0">
                <a:solidFill>
                  <a:srgbClr val="000000"/>
                </a:solidFill>
                <a:latin typeface="Intro"/>
              </a:rPr>
              <a:t>Возможности дальнейшего развития</a:t>
            </a:r>
            <a:endParaRPr lang="en-US" sz="6600" dirty="0">
              <a:solidFill>
                <a:srgbClr val="000000"/>
              </a:solidFill>
              <a:latin typeface="Intro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164905" y="4568246"/>
            <a:ext cx="2786652" cy="329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ЯНВАРЬ 202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4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323940" y="4622847"/>
            <a:ext cx="2666678" cy="329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МАРТ 202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4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861817" y="4578986"/>
            <a:ext cx="2286808" cy="3296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МАЙ 202</a:t>
            </a:r>
            <a:r>
              <a:rPr lang="ru-RU" sz="2000" spc="600" dirty="0">
                <a:solidFill>
                  <a:srgbClr val="000000"/>
                </a:solidFill>
                <a:latin typeface="Inter"/>
              </a:rPr>
              <a:t>4</a:t>
            </a:r>
            <a:endParaRPr lang="en-US" sz="2000" spc="600" dirty="0">
              <a:solidFill>
                <a:srgbClr val="000000"/>
              </a:solidFill>
              <a:latin typeface="Inte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480576" y="5289971"/>
            <a:ext cx="415531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ПОЛУЧЕНИЕ БОЛЬШОГО ДАТАСЕТА И АНАЛИЗ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45210" y="5289971"/>
            <a:ext cx="522414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ЗАКЛЮЧЕНИЕ СОТРУДНИЧЕСТВА С БОЛЬНИЦЕЙ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49200" y="5197106"/>
            <a:ext cx="5224140" cy="542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 dirty="0">
                <a:solidFill>
                  <a:srgbClr val="000000"/>
                </a:solidFill>
                <a:latin typeface="Inter"/>
              </a:rPr>
              <a:t>ВНЕДРЕНИЕ И ЗАПУСК В </a:t>
            </a:r>
            <a:r>
              <a:rPr lang="ru-RU" sz="1600" spc="480" dirty="0">
                <a:solidFill>
                  <a:srgbClr val="000000"/>
                </a:solidFill>
                <a:latin typeface="Inter"/>
              </a:rPr>
              <a:t>ЭКСПЛУАТАЦИЮ</a:t>
            </a:r>
            <a:endParaRPr lang="en-US" sz="1600" spc="480" dirty="0">
              <a:solidFill>
                <a:srgbClr val="000000"/>
              </a:solidFill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</TotalTime>
  <Words>498</Words>
  <Application>Microsoft Office PowerPoint</Application>
  <PresentationFormat>Произвольный</PresentationFormat>
  <Paragraphs>148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Intro</vt:lpstr>
      <vt:lpstr>Now</vt:lpstr>
      <vt:lpstr>Calibri</vt:lpstr>
      <vt:lpstr>Arial</vt:lpstr>
      <vt:lpstr>Inter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Minimalist Beige Brand Guidelines Presentation</dc:title>
  <dc:creator>Olya</dc:creator>
  <cp:lastModifiedBy>Olga Utnasonova</cp:lastModifiedBy>
  <cp:revision>11</cp:revision>
  <dcterms:created xsi:type="dcterms:W3CDTF">2006-08-16T00:00:00Z</dcterms:created>
  <dcterms:modified xsi:type="dcterms:W3CDTF">2023-12-20T20:36:47Z</dcterms:modified>
  <dc:identifier>DAF3W6X38A8</dc:identifier>
</cp:coreProperties>
</file>